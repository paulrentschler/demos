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sldIdLst>
    <p:sldId id="256" r:id="rId3"/>
    <p:sldId id="257" r:id="rId4"/>
    <p:sldId id="258" r:id="rId5"/>
    <p:sldId id="259" r:id="rId6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78" y="29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Grey-Eleg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endParaRPr lang="en-US" sz="4400" b="1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2808593-9A8C-49C2-9E66-13CFBA21708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Grey-Eleg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endParaRPr lang="en-US" sz="4400" b="1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ubTitle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CF87405-1C2F-41E2-ACFA-F04CD0FA5E6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/>
          <p:cNvGrpSpPr/>
          <p:nvPr/>
        </p:nvGrpSpPr>
        <p:grpSpPr>
          <a:xfrm>
            <a:off x="8540280" y="5065920"/>
            <a:ext cx="1280160" cy="548640"/>
            <a:chOff x="8540280" y="5065920"/>
            <a:chExt cx="1280160" cy="548640"/>
          </a:xfrm>
        </p:grpSpPr>
        <p:sp>
          <p:nvSpPr>
            <p:cNvPr id="33" name="Oval 32"/>
            <p:cNvSpPr/>
            <p:nvPr/>
          </p:nvSpPr>
          <p:spPr>
            <a:xfrm rot="21598800" flipV="1">
              <a:off x="963756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 rot="21598800" flipV="1">
              <a:off x="927180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 rot="21598800" flipV="1">
              <a:off x="890640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 rot="21598800" flipV="1">
              <a:off x="8540280" y="54316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 rot="21598800" flipV="1">
              <a:off x="854028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 rot="21598800" flipV="1">
              <a:off x="890640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 rot="21598800" flipV="1">
              <a:off x="9271800" y="50662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 rot="21598800" flipV="1">
              <a:off x="9637560" y="5065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41" name="Oval 40"/>
          <p:cNvSpPr/>
          <p:nvPr/>
        </p:nvSpPr>
        <p:spPr>
          <a:xfrm>
            <a:off x="1499760" y="1774080"/>
            <a:ext cx="2926080" cy="292608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1225080" y="1134360"/>
            <a:ext cx="1189080" cy="118836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3420000" y="4242960"/>
            <a:ext cx="640080" cy="64008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44" name="Graphic 4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349520" y="792360"/>
            <a:ext cx="5526000" cy="414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61632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dt" idx="4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ftr" idx="5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49" name="PlaceHolder 5"/>
          <p:cNvSpPr>
            <a:spLocks noGrp="1"/>
          </p:cNvSpPr>
          <p:nvPr>
            <p:ph type="sldNum" idx="6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8328384C-0500-4670-9738-E5F5695D6D6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/>
          <p:cNvGrpSpPr/>
          <p:nvPr/>
        </p:nvGrpSpPr>
        <p:grpSpPr>
          <a:xfrm>
            <a:off x="7406640" y="3566160"/>
            <a:ext cx="2377440" cy="4297680"/>
            <a:chOff x="7406640" y="3566160"/>
            <a:chExt cx="2377440" cy="4297680"/>
          </a:xfrm>
        </p:grpSpPr>
        <p:sp>
          <p:nvSpPr>
            <p:cNvPr id="51" name="Rectangle 50"/>
            <p:cNvSpPr/>
            <p:nvPr/>
          </p:nvSpPr>
          <p:spPr>
            <a:xfrm>
              <a:off x="8138160" y="47548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961120" y="35661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406640" y="53035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03920" y="5120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21040" y="530352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869680" y="548640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274320" y="-2103120"/>
            <a:ext cx="5943600" cy="7406640"/>
            <a:chOff x="274320" y="-2103120"/>
            <a:chExt cx="5943600" cy="7406640"/>
          </a:xfrm>
        </p:grpSpPr>
        <p:sp>
          <p:nvSpPr>
            <p:cNvPr id="58" name="Rectangle 57"/>
            <p:cNvSpPr/>
            <p:nvPr/>
          </p:nvSpPr>
          <p:spPr>
            <a:xfrm>
              <a:off x="1463040" y="-155448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40080" y="-36576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2194560" y="-2103120"/>
              <a:ext cx="457200" cy="2560320"/>
            </a:xfrm>
            <a:prstGeom prst="rect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74320" y="18288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822960" y="365760"/>
              <a:ext cx="91440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74320" y="548640"/>
              <a:ext cx="1280160" cy="9144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4" name="Oval 63"/>
            <p:cNvSpPr/>
            <p:nvPr/>
          </p:nvSpPr>
          <p:spPr>
            <a:xfrm>
              <a:off x="3474720" y="2560320"/>
              <a:ext cx="2743200" cy="2743200"/>
            </a:xfrm>
            <a:prstGeom prst="ellipse">
              <a:avLst/>
            </a:prstGeom>
            <a:solidFill>
              <a:srgbClr val="8D99AE">
                <a:alpha val="1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914400" y="2835000"/>
              <a:ext cx="91440" cy="16459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>
            <a:lvl1pPr indent="0" algn="ctr">
              <a:buNone/>
              <a:def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dt" idx="7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ftr" idx="8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sldNum" idx="9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065912BB-3D96-42CF-9279-16FA5E21AE5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val 70"/>
          <p:cNvSpPr/>
          <p:nvPr/>
        </p:nvSpPr>
        <p:spPr>
          <a:xfrm>
            <a:off x="822960" y="24688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4480560" y="15544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6583680" y="310896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Freeform: Shape 73"/>
          <p:cNvSpPr/>
          <p:nvPr/>
        </p:nvSpPr>
        <p:spPr>
          <a:xfrm>
            <a:off x="1554480" y="4114800"/>
            <a:ext cx="914400" cy="657360"/>
          </a:xfrm>
          <a:custGeom>
            <a:avLst/>
            <a:gdLst/>
            <a:ahLst/>
            <a:cxnLst/>
            <a:rect l="0" t="0" r="r" b="b"/>
            <a:pathLst>
              <a:path w="2540" h="1826" fill="none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Freeform: Shape 74"/>
          <p:cNvSpPr/>
          <p:nvPr/>
        </p:nvSpPr>
        <p:spPr>
          <a:xfrm>
            <a:off x="3657600" y="1188720"/>
            <a:ext cx="822960" cy="640080"/>
          </a:xfrm>
          <a:custGeom>
            <a:avLst/>
            <a:gdLst/>
            <a:ahLst/>
            <a:cxnLst/>
            <a:rect l="0" t="0" r="r" b="b"/>
            <a:pathLst>
              <a:path w="2286" h="1778" fill="none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Freeform: Shape 75"/>
          <p:cNvSpPr/>
          <p:nvPr/>
        </p:nvSpPr>
        <p:spPr>
          <a:xfrm>
            <a:off x="7955280" y="2011680"/>
            <a:ext cx="1464120" cy="1188720"/>
          </a:xfrm>
          <a:custGeom>
            <a:avLst/>
            <a:gdLst/>
            <a:ahLst/>
            <a:cxnLst/>
            <a:rect l="0" t="0" r="r" b="b"/>
            <a:pathLst>
              <a:path w="4067" h="3302" fill="none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2468880" y="822960"/>
            <a:ext cx="1410480" cy="13716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3931920" y="466344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8412480" y="1280160"/>
            <a:ext cx="1097280" cy="1005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82" name="PlaceHolder 3"/>
          <p:cNvSpPr>
            <a:spLocks noGrp="1"/>
          </p:cNvSpPr>
          <p:nvPr>
            <p:ph type="dt" idx="10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83" name="PlaceHolder 4"/>
          <p:cNvSpPr>
            <a:spLocks noGrp="1"/>
          </p:cNvSpPr>
          <p:nvPr>
            <p:ph type="ftr" idx="11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84" name="PlaceHolder 5"/>
          <p:cNvSpPr>
            <a:spLocks noGrp="1"/>
          </p:cNvSpPr>
          <p:nvPr>
            <p:ph type="sldNum" idx="12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1BE07FD1-0443-4936-818C-A15BC5373EB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val 70"/>
          <p:cNvSpPr/>
          <p:nvPr/>
        </p:nvSpPr>
        <p:spPr>
          <a:xfrm>
            <a:off x="822960" y="24688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4480560" y="155448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6583680" y="3108960"/>
            <a:ext cx="1463040" cy="146304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3350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Freeform: Shape 73"/>
          <p:cNvSpPr/>
          <p:nvPr/>
        </p:nvSpPr>
        <p:spPr>
          <a:xfrm>
            <a:off x="1554480" y="4114800"/>
            <a:ext cx="914400" cy="657360"/>
          </a:xfrm>
          <a:custGeom>
            <a:avLst/>
            <a:gdLst/>
            <a:ahLst/>
            <a:cxnLst/>
            <a:rect l="0" t="0" r="r" b="b"/>
            <a:pathLst>
              <a:path w="2540" h="1826" fill="none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Freeform: Shape 74"/>
          <p:cNvSpPr/>
          <p:nvPr/>
        </p:nvSpPr>
        <p:spPr>
          <a:xfrm>
            <a:off x="3657600" y="1188720"/>
            <a:ext cx="822960" cy="640080"/>
          </a:xfrm>
          <a:custGeom>
            <a:avLst/>
            <a:gdLst/>
            <a:ahLst/>
            <a:cxnLst/>
            <a:rect l="0" t="0" r="r" b="b"/>
            <a:pathLst>
              <a:path w="2286" h="1778" fill="none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Freeform: Shape 75"/>
          <p:cNvSpPr/>
          <p:nvPr/>
        </p:nvSpPr>
        <p:spPr>
          <a:xfrm>
            <a:off x="7955280" y="2011680"/>
            <a:ext cx="1464120" cy="1188720"/>
          </a:xfrm>
          <a:custGeom>
            <a:avLst/>
            <a:gdLst/>
            <a:ahLst/>
            <a:cxnLst/>
            <a:rect l="0" t="0" r="r" b="b"/>
            <a:pathLst>
              <a:path w="4067" h="3302" fill="none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2468880" y="822960"/>
            <a:ext cx="1410480" cy="13716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3931920" y="466344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8412480" y="1280160"/>
            <a:ext cx="1097280" cy="1005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82" name="PlaceHolder 3"/>
          <p:cNvSpPr>
            <a:spLocks noGrp="1"/>
          </p:cNvSpPr>
          <p:nvPr>
            <p:ph type="dt" idx="13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83" name="PlaceHolder 4"/>
          <p:cNvSpPr>
            <a:spLocks noGrp="1"/>
          </p:cNvSpPr>
          <p:nvPr>
            <p:ph type="ftr" idx="14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84" name="PlaceHolder 5"/>
          <p:cNvSpPr>
            <a:spLocks noGrp="1"/>
          </p:cNvSpPr>
          <p:nvPr>
            <p:ph type="sldNum" idx="15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2889EF3-3D14-428A-9962-68F7F7C68B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Oval 92"/>
          <p:cNvSpPr/>
          <p:nvPr/>
        </p:nvSpPr>
        <p:spPr>
          <a:xfrm>
            <a:off x="2103480" y="36583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823320" y="-27324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955640" y="310968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9601560" y="9151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3836880" y="1151280"/>
            <a:ext cx="2339640" cy="4334400"/>
            <a:chOff x="3836880" y="1151280"/>
            <a:chExt cx="2339640" cy="4334400"/>
          </a:xfrm>
        </p:grpSpPr>
        <p:sp>
          <p:nvSpPr>
            <p:cNvPr id="98" name="Parallelogram 97"/>
            <p:cNvSpPr/>
            <p:nvPr/>
          </p:nvSpPr>
          <p:spPr>
            <a:xfrm rot="5400000" flipH="1" flipV="1">
              <a:off x="3882600" y="1368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9" name="Parallelogram 98"/>
            <p:cNvSpPr/>
            <p:nvPr/>
          </p:nvSpPr>
          <p:spPr>
            <a:xfrm rot="5400000" flipH="1" flipV="1">
              <a:off x="4759200" y="11055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0" name="Parallelogram 99"/>
            <p:cNvSpPr/>
            <p:nvPr/>
          </p:nvSpPr>
          <p:spPr>
            <a:xfrm rot="5400000" flipH="1" flipV="1">
              <a:off x="3882600" y="271872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1" name="Parallelogram 100"/>
            <p:cNvSpPr/>
            <p:nvPr/>
          </p:nvSpPr>
          <p:spPr>
            <a:xfrm rot="5400000" flipH="1" flipV="1">
              <a:off x="4759200" y="245664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2" name="Parallelogram 101"/>
            <p:cNvSpPr/>
            <p:nvPr/>
          </p:nvSpPr>
          <p:spPr>
            <a:xfrm rot="5400000" flipH="1" flipV="1">
              <a:off x="3882600" y="40683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3" name="Parallelogram 102"/>
            <p:cNvSpPr/>
            <p:nvPr/>
          </p:nvSpPr>
          <p:spPr>
            <a:xfrm rot="5400000" flipH="1" flipV="1">
              <a:off x="4759200" y="3807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06" name="PlaceHolder 3"/>
          <p:cNvSpPr>
            <a:spLocks noGrp="1"/>
          </p:cNvSpPr>
          <p:nvPr>
            <p:ph type="dt" idx="16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07" name="PlaceHolder 4"/>
          <p:cNvSpPr>
            <a:spLocks noGrp="1"/>
          </p:cNvSpPr>
          <p:nvPr>
            <p:ph type="ftr" idx="17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08" name="PlaceHolder 5"/>
          <p:cNvSpPr>
            <a:spLocks noGrp="1"/>
          </p:cNvSpPr>
          <p:nvPr>
            <p:ph type="sldNum" idx="18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62A4A971-32D8-4DE6-9B5D-A71D83F67BC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Oval 92"/>
          <p:cNvSpPr/>
          <p:nvPr/>
        </p:nvSpPr>
        <p:spPr>
          <a:xfrm>
            <a:off x="2103480" y="36583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823320" y="-27324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955640" y="310968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9601560" y="915120"/>
            <a:ext cx="164592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3836880" y="1151280"/>
            <a:ext cx="2339640" cy="4334400"/>
            <a:chOff x="3836880" y="1151280"/>
            <a:chExt cx="2339640" cy="4334400"/>
          </a:xfrm>
        </p:grpSpPr>
        <p:sp>
          <p:nvSpPr>
            <p:cNvPr id="98" name="Parallelogram 97"/>
            <p:cNvSpPr/>
            <p:nvPr/>
          </p:nvSpPr>
          <p:spPr>
            <a:xfrm rot="5400000" flipH="1" flipV="1">
              <a:off x="3882600" y="1368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9" name="Parallelogram 98"/>
            <p:cNvSpPr/>
            <p:nvPr/>
          </p:nvSpPr>
          <p:spPr>
            <a:xfrm rot="5400000" flipH="1" flipV="1">
              <a:off x="4759200" y="11055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0" name="Parallelogram 99"/>
            <p:cNvSpPr/>
            <p:nvPr/>
          </p:nvSpPr>
          <p:spPr>
            <a:xfrm rot="5400000" flipH="1" flipV="1">
              <a:off x="3882600" y="271872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1" name="Parallelogram 100"/>
            <p:cNvSpPr/>
            <p:nvPr/>
          </p:nvSpPr>
          <p:spPr>
            <a:xfrm rot="5400000" flipH="1" flipV="1">
              <a:off x="4759200" y="245664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2" name="Parallelogram 101"/>
            <p:cNvSpPr/>
            <p:nvPr/>
          </p:nvSpPr>
          <p:spPr>
            <a:xfrm rot="5400000" flipH="1" flipV="1">
              <a:off x="3882600" y="406836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3" name="Parallelogram 102"/>
            <p:cNvSpPr/>
            <p:nvPr/>
          </p:nvSpPr>
          <p:spPr>
            <a:xfrm rot="5400000" flipH="1" flipV="1">
              <a:off x="4759200" y="3807000"/>
              <a:ext cx="1371600" cy="146304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06" name="PlaceHolder 3"/>
          <p:cNvSpPr>
            <a:spLocks noGrp="1"/>
          </p:cNvSpPr>
          <p:nvPr>
            <p:ph type="dt" idx="19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07" name="PlaceHolder 4"/>
          <p:cNvSpPr>
            <a:spLocks noGrp="1"/>
          </p:cNvSpPr>
          <p:nvPr>
            <p:ph type="ftr" idx="20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08" name="PlaceHolder 5"/>
          <p:cNvSpPr>
            <a:spLocks noGrp="1"/>
          </p:cNvSpPr>
          <p:nvPr>
            <p:ph type="sldNum" idx="21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2B75047E-D825-44CE-935D-F0F9FB7976D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/>
          <p:cNvSpPr/>
          <p:nvPr/>
        </p:nvSpPr>
        <p:spPr>
          <a:xfrm>
            <a:off x="677196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5813280" y="38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7589520" y="256032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3200400" y="7315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1424160" y="34891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Freeform: Shape 119"/>
          <p:cNvSpPr/>
          <p:nvPr/>
        </p:nvSpPr>
        <p:spPr>
          <a:xfrm>
            <a:off x="700920" y="1900080"/>
            <a:ext cx="1402200" cy="1848960"/>
          </a:xfrm>
          <a:custGeom>
            <a:avLst/>
            <a:gdLst/>
            <a:ahLst/>
            <a:cxnLst/>
            <a:rect l="0" t="0" r="r" b="b"/>
            <a:pathLst>
              <a:path w="3895" h="5136" fill="none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Freeform: Shape 120"/>
          <p:cNvSpPr/>
          <p:nvPr/>
        </p:nvSpPr>
        <p:spPr>
          <a:xfrm>
            <a:off x="3931920" y="2011680"/>
            <a:ext cx="975960" cy="1371600"/>
          </a:xfrm>
          <a:custGeom>
            <a:avLst/>
            <a:gdLst/>
            <a:ahLst/>
            <a:cxnLst/>
            <a:rect l="0" t="0" r="r" b="b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Freeform: Shape 121"/>
          <p:cNvSpPr/>
          <p:nvPr/>
        </p:nvSpPr>
        <p:spPr>
          <a:xfrm>
            <a:off x="7724880" y="2103120"/>
            <a:ext cx="779040" cy="1463040"/>
          </a:xfrm>
          <a:custGeom>
            <a:avLst/>
            <a:gdLst/>
            <a:ahLst/>
            <a:cxnLst/>
            <a:rect l="0" t="0" r="r" b="b"/>
            <a:pathLst>
              <a:path w="2164" h="4064" fill="none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424160" y="47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288720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27" name="PlaceHolder 3"/>
          <p:cNvSpPr>
            <a:spLocks noGrp="1"/>
          </p:cNvSpPr>
          <p:nvPr>
            <p:ph type="dt" idx="22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28" name="PlaceHolder 4"/>
          <p:cNvSpPr>
            <a:spLocks noGrp="1"/>
          </p:cNvSpPr>
          <p:nvPr>
            <p:ph type="ftr" idx="23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29" name="PlaceHolder 5"/>
          <p:cNvSpPr>
            <a:spLocks noGrp="1"/>
          </p:cNvSpPr>
          <p:nvPr>
            <p:ph type="sldNum" idx="24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4CF8C19-27B7-440A-9AEC-B90547882BB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/>
          <p:cNvSpPr/>
          <p:nvPr/>
        </p:nvSpPr>
        <p:spPr>
          <a:xfrm>
            <a:off x="677196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5813280" y="38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7589520" y="2560320"/>
            <a:ext cx="2194560" cy="21945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3200400" y="7315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1424160" y="348912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Freeform: Shape 119"/>
          <p:cNvSpPr/>
          <p:nvPr/>
        </p:nvSpPr>
        <p:spPr>
          <a:xfrm>
            <a:off x="700920" y="1900080"/>
            <a:ext cx="1402200" cy="1848960"/>
          </a:xfrm>
          <a:custGeom>
            <a:avLst/>
            <a:gdLst/>
            <a:ahLst/>
            <a:cxnLst/>
            <a:rect l="0" t="0" r="r" b="b"/>
            <a:pathLst>
              <a:path w="3895" h="5136" fill="none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Freeform: Shape 120"/>
          <p:cNvSpPr/>
          <p:nvPr/>
        </p:nvSpPr>
        <p:spPr>
          <a:xfrm>
            <a:off x="3931920" y="2011680"/>
            <a:ext cx="975960" cy="1371600"/>
          </a:xfrm>
          <a:custGeom>
            <a:avLst/>
            <a:gdLst/>
            <a:ahLst/>
            <a:cxnLst/>
            <a:rect l="0" t="0" r="r" b="b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Freeform: Shape 121"/>
          <p:cNvSpPr/>
          <p:nvPr/>
        </p:nvSpPr>
        <p:spPr>
          <a:xfrm>
            <a:off x="7724880" y="2103120"/>
            <a:ext cx="779040" cy="1463040"/>
          </a:xfrm>
          <a:custGeom>
            <a:avLst/>
            <a:gdLst/>
            <a:ahLst/>
            <a:cxnLst/>
            <a:rect l="0" t="0" r="r" b="b"/>
            <a:pathLst>
              <a:path w="2164" h="4064" fill="none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424160" y="475488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2887200" y="1300320"/>
            <a:ext cx="861840" cy="18288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27" name="PlaceHolder 3"/>
          <p:cNvSpPr>
            <a:spLocks noGrp="1"/>
          </p:cNvSpPr>
          <p:nvPr>
            <p:ph type="dt" idx="25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28" name="PlaceHolder 4"/>
          <p:cNvSpPr>
            <a:spLocks noGrp="1"/>
          </p:cNvSpPr>
          <p:nvPr>
            <p:ph type="ftr" idx="26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29" name="PlaceHolder 5"/>
          <p:cNvSpPr>
            <a:spLocks noGrp="1"/>
          </p:cNvSpPr>
          <p:nvPr>
            <p:ph type="sldNum" idx="27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FE19CC96-9A43-4B9C-A377-7ECB3C0A05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Jigsa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" name="Group 137"/>
          <p:cNvGrpSpPr/>
          <p:nvPr/>
        </p:nvGrpSpPr>
        <p:grpSpPr>
          <a:xfrm>
            <a:off x="2982960" y="1548000"/>
            <a:ext cx="5982480" cy="3326040"/>
            <a:chOff x="2982960" y="1548000"/>
            <a:chExt cx="5982480" cy="3326040"/>
          </a:xfrm>
        </p:grpSpPr>
        <p:sp>
          <p:nvSpPr>
            <p:cNvPr id="139" name="Rectangle 138"/>
            <p:cNvSpPr/>
            <p:nvPr/>
          </p:nvSpPr>
          <p:spPr>
            <a:xfrm>
              <a:off x="3570480" y="1888200"/>
              <a:ext cx="4927320" cy="262332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3763800" y="1585440"/>
              <a:ext cx="4927320" cy="262332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9000" tIns="54000" rIns="99000" bIns="54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3844800" y="1548000"/>
              <a:ext cx="1097280" cy="1474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lstStyle/>
            <a:p>
              <a:r>
                <a:rPr lang="en-US" sz="8000" b="0" u="none" strike="noStrike">
                  <a:solidFill>
                    <a:srgbClr val="000000"/>
                  </a:solidFill>
                  <a:effectLst/>
                  <a:uFillTx/>
                  <a:latin typeface="Noto Sans"/>
                </a:rPr>
                <a:t>“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7868160" y="3399840"/>
              <a:ext cx="1097280" cy="1474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lstStyle/>
            <a:p>
              <a:r>
                <a:rPr lang="en-US" sz="8000" b="0" u="none" strike="noStrike">
                  <a:solidFill>
                    <a:srgbClr val="000000"/>
                  </a:solidFill>
                  <a:effectLst/>
                  <a:uFillTx/>
                  <a:latin typeface="Noto Sans"/>
                </a:rPr>
                <a:t>”</a:t>
              </a:r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2982960" y="4117320"/>
              <a:ext cx="1044720" cy="30276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-927000" y="-375120"/>
            <a:ext cx="3796200" cy="6389640"/>
            <a:chOff x="-927000" y="-375120"/>
            <a:chExt cx="3796200" cy="6389640"/>
          </a:xfrm>
        </p:grpSpPr>
        <p:sp>
          <p:nvSpPr>
            <p:cNvPr id="145" name="Freeform: Shape 144"/>
            <p:cNvSpPr/>
            <p:nvPr/>
          </p:nvSpPr>
          <p:spPr>
            <a:xfrm rot="5400000">
              <a:off x="459720" y="-2217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6" name="Freeform: Shape 145"/>
            <p:cNvSpPr/>
            <p:nvPr/>
          </p:nvSpPr>
          <p:spPr>
            <a:xfrm>
              <a:off x="1144440" y="-213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7" name="Freeform: Shape 146"/>
            <p:cNvSpPr/>
            <p:nvPr/>
          </p:nvSpPr>
          <p:spPr>
            <a:xfrm rot="5400000">
              <a:off x="-231480" y="450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8" name="Freeform: Shape 147"/>
            <p:cNvSpPr/>
            <p:nvPr/>
          </p:nvSpPr>
          <p:spPr>
            <a:xfrm>
              <a:off x="448200" y="4568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9" name="Freeform: Shape 148"/>
            <p:cNvSpPr/>
            <p:nvPr/>
          </p:nvSpPr>
          <p:spPr>
            <a:xfrm rot="5400000">
              <a:off x="438840" y="11408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0" name="Freeform: Shape 149"/>
            <p:cNvSpPr/>
            <p:nvPr/>
          </p:nvSpPr>
          <p:spPr>
            <a:xfrm>
              <a:off x="1124280" y="1149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1" name="Freeform: Shape 150"/>
            <p:cNvSpPr/>
            <p:nvPr/>
          </p:nvSpPr>
          <p:spPr>
            <a:xfrm>
              <a:off x="-927000" y="1809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2" name="Freeform: Shape 151"/>
            <p:cNvSpPr/>
            <p:nvPr/>
          </p:nvSpPr>
          <p:spPr>
            <a:xfrm rot="5400000">
              <a:off x="-245520" y="1815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3" name="Freeform: Shape 152"/>
            <p:cNvSpPr/>
            <p:nvPr/>
          </p:nvSpPr>
          <p:spPr>
            <a:xfrm>
              <a:off x="430560" y="1824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4" name="Freeform: Shape 153"/>
            <p:cNvSpPr/>
            <p:nvPr/>
          </p:nvSpPr>
          <p:spPr>
            <a:xfrm rot="5400000">
              <a:off x="1113480" y="18334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5" name="Freeform: Shape 154"/>
            <p:cNvSpPr/>
            <p:nvPr/>
          </p:nvSpPr>
          <p:spPr>
            <a:xfrm>
              <a:off x="1796040" y="18396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6" name="Freeform: Shape 155"/>
            <p:cNvSpPr/>
            <p:nvPr/>
          </p:nvSpPr>
          <p:spPr>
            <a:xfrm>
              <a:off x="-253440" y="24984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7" name="Freeform: Shape 156"/>
            <p:cNvSpPr/>
            <p:nvPr/>
          </p:nvSpPr>
          <p:spPr>
            <a:xfrm rot="5400000">
              <a:off x="421920" y="250812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8" name="Freeform: Shape 157"/>
            <p:cNvSpPr/>
            <p:nvPr/>
          </p:nvSpPr>
          <p:spPr>
            <a:xfrm rot="5400000">
              <a:off x="-262800" y="31802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9" name="Freeform: Shape 158"/>
            <p:cNvSpPr/>
            <p:nvPr/>
          </p:nvSpPr>
          <p:spPr>
            <a:xfrm>
              <a:off x="-271440" y="386244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822" sy="74822" algn="ctr"/>
            </a:blipFill>
            <a:ln w="0">
              <a:solidFill>
                <a:srgbClr val="000000"/>
              </a:solidFill>
            </a:ln>
            <a:effectLst>
              <a:outerShdw dist="101823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0" name="Freeform: Shape 159"/>
            <p:cNvSpPr/>
            <p:nvPr/>
          </p:nvSpPr>
          <p:spPr>
            <a:xfrm rot="5400000">
              <a:off x="409320" y="38721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1" name="Freeform: Shape 160"/>
            <p:cNvSpPr/>
            <p:nvPr/>
          </p:nvSpPr>
          <p:spPr>
            <a:xfrm rot="5400000">
              <a:off x="-283320" y="454500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2" name="Freeform: Shape 161"/>
            <p:cNvSpPr/>
            <p:nvPr/>
          </p:nvSpPr>
          <p:spPr>
            <a:xfrm>
              <a:off x="399600" y="455436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3" name="Freeform: Shape 162"/>
            <p:cNvSpPr/>
            <p:nvPr/>
          </p:nvSpPr>
          <p:spPr>
            <a:xfrm>
              <a:off x="-291240" y="52282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4" name="Freeform: Shape 163"/>
            <p:cNvSpPr/>
            <p:nvPr/>
          </p:nvSpPr>
          <p:spPr>
            <a:xfrm>
              <a:off x="1070640" y="5248080"/>
              <a:ext cx="1073160" cy="766440"/>
            </a:xfrm>
            <a:custGeom>
              <a:avLst/>
              <a:gdLst>
                <a:gd name="textAreaLeft" fmla="*/ 278280 w 1073160"/>
                <a:gd name="textAreaRight" fmla="*/ 794880 w 1073160"/>
                <a:gd name="textAreaTop" fmla="*/ 258840 h 766440"/>
                <a:gd name="textAreaBottom" fmla="*/ 507600 h 76644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3350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65" name="Freeform: Shape 164"/>
          <p:cNvSpPr/>
          <p:nvPr/>
        </p:nvSpPr>
        <p:spPr>
          <a:xfrm>
            <a:off x="8538120" y="3877200"/>
            <a:ext cx="975960" cy="1371600"/>
          </a:xfrm>
          <a:custGeom>
            <a:avLst/>
            <a:gdLst/>
            <a:ahLst/>
            <a:cxnLst/>
            <a:rect l="0" t="0" r="r" b="b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ln w="36720">
            <a:solidFill>
              <a:srgbClr val="666666"/>
            </a:solidFill>
            <a:custDash>
              <a:ds d="600000" sp="300000"/>
            </a:custDash>
            <a:round/>
            <a:headEnd type="oval" w="lg" len="sm"/>
            <a:tailEnd type="oval" w="lg" len="sm"/>
          </a:ln>
        </p:spPr>
        <p:txBody>
          <a:bodyPr lIns="108360" tIns="63360" rIns="108360" bIns="63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372080" y="4974480"/>
            <a:ext cx="1684800" cy="16459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868160" y="-329040"/>
            <a:ext cx="2011680" cy="20116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1800000" y="468000"/>
            <a:ext cx="774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3924000" y="2160000"/>
            <a:ext cx="4572000" cy="194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70" name="PlaceHolder 3"/>
          <p:cNvSpPr>
            <a:spLocks noGrp="1"/>
          </p:cNvSpPr>
          <p:nvPr>
            <p:ph type="dt" idx="28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71" name="PlaceHolder 4"/>
          <p:cNvSpPr>
            <a:spLocks noGrp="1"/>
          </p:cNvSpPr>
          <p:nvPr>
            <p:ph type="ftr" idx="29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72" name="PlaceHolder 5"/>
          <p:cNvSpPr>
            <a:spLocks noGrp="1"/>
          </p:cNvSpPr>
          <p:nvPr>
            <p:ph type="sldNum" idx="30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8C339078-BF21-4C7B-BB71-40D806452E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Oval 172"/>
          <p:cNvSpPr/>
          <p:nvPr/>
        </p:nvSpPr>
        <p:spPr>
          <a:xfrm>
            <a:off x="8266320" y="41155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7717680" y="-54828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175" name="Group 174"/>
          <p:cNvGrpSpPr/>
          <p:nvPr/>
        </p:nvGrpSpPr>
        <p:grpSpPr>
          <a:xfrm>
            <a:off x="-147240" y="69480"/>
            <a:ext cx="915480" cy="915480"/>
            <a:chOff x="-147240" y="69480"/>
            <a:chExt cx="915480" cy="915480"/>
          </a:xfrm>
        </p:grpSpPr>
        <p:sp>
          <p:nvSpPr>
            <p:cNvPr id="176" name="Oval 175"/>
            <p:cNvSpPr/>
            <p:nvPr/>
          </p:nvSpPr>
          <p:spPr>
            <a:xfrm rot="5395800" flipV="1">
              <a:off x="21924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7" name="Oval 176"/>
            <p:cNvSpPr/>
            <p:nvPr/>
          </p:nvSpPr>
          <p:spPr>
            <a:xfrm rot="5395800" flipV="1">
              <a:off x="218880" y="4352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8" name="Oval 177"/>
            <p:cNvSpPr/>
            <p:nvPr/>
          </p:nvSpPr>
          <p:spPr>
            <a:xfrm rot="5395800" flipV="1">
              <a:off x="21852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9" name="Oval 178"/>
            <p:cNvSpPr/>
            <p:nvPr/>
          </p:nvSpPr>
          <p:spPr>
            <a:xfrm rot="5395800" flipV="1">
              <a:off x="584280" y="691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0" name="Oval 179"/>
            <p:cNvSpPr/>
            <p:nvPr/>
          </p:nvSpPr>
          <p:spPr>
            <a:xfrm rot="5395800" flipV="1">
              <a:off x="584280" y="4348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1" name="Oval 180"/>
            <p:cNvSpPr/>
            <p:nvPr/>
          </p:nvSpPr>
          <p:spPr>
            <a:xfrm rot="5395800" flipV="1">
              <a:off x="58500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2" name="Oval 181"/>
            <p:cNvSpPr/>
            <p:nvPr/>
          </p:nvSpPr>
          <p:spPr>
            <a:xfrm rot="5395800" flipV="1">
              <a:off x="-146160" y="8013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3" name="Oval 182"/>
            <p:cNvSpPr/>
            <p:nvPr/>
          </p:nvSpPr>
          <p:spPr>
            <a:xfrm rot="5395800" flipV="1">
              <a:off x="-146880" y="4359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4" name="Oval 183"/>
            <p:cNvSpPr/>
            <p:nvPr/>
          </p:nvSpPr>
          <p:spPr>
            <a:xfrm rot="5395800" flipV="1">
              <a:off x="-14688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85" name="Group 184"/>
          <p:cNvGrpSpPr/>
          <p:nvPr/>
        </p:nvGrpSpPr>
        <p:grpSpPr>
          <a:xfrm>
            <a:off x="9545040" y="4646160"/>
            <a:ext cx="549720" cy="915480"/>
            <a:chOff x="9545040" y="4646160"/>
            <a:chExt cx="549720" cy="915480"/>
          </a:xfrm>
        </p:grpSpPr>
        <p:sp>
          <p:nvSpPr>
            <p:cNvPr id="186" name="Oval 185"/>
            <p:cNvSpPr/>
            <p:nvPr/>
          </p:nvSpPr>
          <p:spPr>
            <a:xfrm rot="5395800" flipV="1">
              <a:off x="9911520" y="53773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7" name="Oval 186"/>
            <p:cNvSpPr/>
            <p:nvPr/>
          </p:nvSpPr>
          <p:spPr>
            <a:xfrm rot="5395800" flipV="1">
              <a:off x="991116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8" name="Oval 187"/>
            <p:cNvSpPr/>
            <p:nvPr/>
          </p:nvSpPr>
          <p:spPr>
            <a:xfrm rot="5395800" flipV="1">
              <a:off x="9910440" y="46458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9" name="Oval 188"/>
            <p:cNvSpPr/>
            <p:nvPr/>
          </p:nvSpPr>
          <p:spPr>
            <a:xfrm rot="5395800" flipV="1">
              <a:off x="9545400" y="53780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0" name="Oval 189"/>
            <p:cNvSpPr/>
            <p:nvPr/>
          </p:nvSpPr>
          <p:spPr>
            <a:xfrm rot="5395800" flipV="1">
              <a:off x="954540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1" name="Oval 190"/>
            <p:cNvSpPr/>
            <p:nvPr/>
          </p:nvSpPr>
          <p:spPr>
            <a:xfrm rot="5395800" flipV="1">
              <a:off x="9545040" y="46461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92" name="Oval 191"/>
          <p:cNvSpPr/>
          <p:nvPr/>
        </p:nvSpPr>
        <p:spPr>
          <a:xfrm>
            <a:off x="-146160" y="31093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324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32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288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504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72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93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1152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dt" idx="31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96" name="PlaceHolder 4"/>
          <p:cNvSpPr>
            <a:spLocks noGrp="1"/>
          </p:cNvSpPr>
          <p:nvPr>
            <p:ph type="ftr" idx="32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97" name="PlaceHolder 5"/>
          <p:cNvSpPr>
            <a:spLocks noGrp="1"/>
          </p:cNvSpPr>
          <p:nvPr>
            <p:ph type="sldNum" idx="33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549B4960-2261-4FB0-95D1-E3B3CC82078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Oval 172"/>
          <p:cNvSpPr/>
          <p:nvPr/>
        </p:nvSpPr>
        <p:spPr>
          <a:xfrm>
            <a:off x="8266320" y="41155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7717680" y="-54828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grpSp>
        <p:nvGrpSpPr>
          <p:cNvPr id="175" name="Group 174"/>
          <p:cNvGrpSpPr/>
          <p:nvPr/>
        </p:nvGrpSpPr>
        <p:grpSpPr>
          <a:xfrm>
            <a:off x="-147240" y="69480"/>
            <a:ext cx="915480" cy="915480"/>
            <a:chOff x="-147240" y="69480"/>
            <a:chExt cx="915480" cy="915480"/>
          </a:xfrm>
        </p:grpSpPr>
        <p:sp>
          <p:nvSpPr>
            <p:cNvPr id="176" name="Oval 175"/>
            <p:cNvSpPr/>
            <p:nvPr/>
          </p:nvSpPr>
          <p:spPr>
            <a:xfrm rot="5395800" flipV="1">
              <a:off x="21924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7" name="Oval 176"/>
            <p:cNvSpPr/>
            <p:nvPr/>
          </p:nvSpPr>
          <p:spPr>
            <a:xfrm rot="5395800" flipV="1">
              <a:off x="218880" y="4352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8" name="Oval 177"/>
            <p:cNvSpPr/>
            <p:nvPr/>
          </p:nvSpPr>
          <p:spPr>
            <a:xfrm rot="5395800" flipV="1">
              <a:off x="21852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9" name="Oval 178"/>
            <p:cNvSpPr/>
            <p:nvPr/>
          </p:nvSpPr>
          <p:spPr>
            <a:xfrm rot="5395800" flipV="1">
              <a:off x="584280" y="691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0" name="Oval 179"/>
            <p:cNvSpPr/>
            <p:nvPr/>
          </p:nvSpPr>
          <p:spPr>
            <a:xfrm rot="5395800" flipV="1">
              <a:off x="584280" y="43488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1" name="Oval 180"/>
            <p:cNvSpPr/>
            <p:nvPr/>
          </p:nvSpPr>
          <p:spPr>
            <a:xfrm rot="5395800" flipV="1">
              <a:off x="585000" y="8010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2" name="Oval 181"/>
            <p:cNvSpPr/>
            <p:nvPr/>
          </p:nvSpPr>
          <p:spPr>
            <a:xfrm rot="5395800" flipV="1">
              <a:off x="-146160" y="8013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3" name="Oval 182"/>
            <p:cNvSpPr/>
            <p:nvPr/>
          </p:nvSpPr>
          <p:spPr>
            <a:xfrm rot="5395800" flipV="1">
              <a:off x="-146880" y="4359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4" name="Oval 183"/>
            <p:cNvSpPr/>
            <p:nvPr/>
          </p:nvSpPr>
          <p:spPr>
            <a:xfrm rot="5395800" flipV="1">
              <a:off x="-146880" y="698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grpSp>
        <p:nvGrpSpPr>
          <p:cNvPr id="185" name="Group 184"/>
          <p:cNvGrpSpPr/>
          <p:nvPr/>
        </p:nvGrpSpPr>
        <p:grpSpPr>
          <a:xfrm>
            <a:off x="9545040" y="4646160"/>
            <a:ext cx="549720" cy="915480"/>
            <a:chOff x="9545040" y="4646160"/>
            <a:chExt cx="549720" cy="915480"/>
          </a:xfrm>
        </p:grpSpPr>
        <p:sp>
          <p:nvSpPr>
            <p:cNvPr id="186" name="Oval 185"/>
            <p:cNvSpPr/>
            <p:nvPr/>
          </p:nvSpPr>
          <p:spPr>
            <a:xfrm rot="5395800" flipV="1">
              <a:off x="9911520" y="53773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7" name="Oval 186"/>
            <p:cNvSpPr/>
            <p:nvPr/>
          </p:nvSpPr>
          <p:spPr>
            <a:xfrm rot="5395800" flipV="1">
              <a:off x="991116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8" name="Oval 187"/>
            <p:cNvSpPr/>
            <p:nvPr/>
          </p:nvSpPr>
          <p:spPr>
            <a:xfrm rot="5395800" flipV="1">
              <a:off x="9910440" y="464580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9" name="Oval 188"/>
            <p:cNvSpPr/>
            <p:nvPr/>
          </p:nvSpPr>
          <p:spPr>
            <a:xfrm rot="5395800" flipV="1">
              <a:off x="9545400" y="537804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0" name="Oval 189"/>
            <p:cNvSpPr/>
            <p:nvPr/>
          </p:nvSpPr>
          <p:spPr>
            <a:xfrm rot="5395800" flipV="1">
              <a:off x="9545400" y="501192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1" name="Oval 190"/>
            <p:cNvSpPr/>
            <p:nvPr/>
          </p:nvSpPr>
          <p:spPr>
            <a:xfrm rot="5395800" flipV="1">
              <a:off x="9545040" y="4646160"/>
              <a:ext cx="182880" cy="182880"/>
            </a:xfrm>
            <a:prstGeom prst="ellipse">
              <a:avLst/>
            </a:prstGeom>
            <a:blipFill rotWithShape="0">
              <a:blip r:embed="rId2"/>
              <a:srcRect/>
              <a:tile tx="0" ty="0" sx="74822" sy="74822" algn="ctr"/>
            </a:blipFill>
            <a:ln w="0">
              <a:noFill/>
            </a:ln>
            <a:effectLst>
              <a:outerShdw dist="103350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192" name="Oval 191"/>
          <p:cNvSpPr/>
          <p:nvPr/>
        </p:nvSpPr>
        <p:spPr>
          <a:xfrm>
            <a:off x="-146160" y="3109320"/>
            <a:ext cx="1920240" cy="192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324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32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288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504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72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93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1152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dt" idx="34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196" name="PlaceHolder 4"/>
          <p:cNvSpPr>
            <a:spLocks noGrp="1"/>
          </p:cNvSpPr>
          <p:nvPr>
            <p:ph type="ftr" idx="35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197" name="PlaceHolder 5"/>
          <p:cNvSpPr>
            <a:spLocks noGrp="1"/>
          </p:cNvSpPr>
          <p:nvPr>
            <p:ph type="sldNum" idx="36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21AA7C2-08D2-4477-820D-6D126E6414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04"/>
          <p:cNvSpPr/>
          <p:nvPr/>
        </p:nvSpPr>
        <p:spPr>
          <a:xfrm rot="18876000">
            <a:off x="8646120" y="-405720"/>
            <a:ext cx="2895480" cy="289548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6" name="Rectangle 205"/>
          <p:cNvSpPr/>
          <p:nvPr/>
        </p:nvSpPr>
        <p:spPr>
          <a:xfrm rot="18876000">
            <a:off x="8666280" y="3983040"/>
            <a:ext cx="2895480" cy="289548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7" name="Rectangle 206"/>
          <p:cNvSpPr/>
          <p:nvPr/>
        </p:nvSpPr>
        <p:spPr>
          <a:xfrm rot="18964800">
            <a:off x="994320" y="591588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08" name="Rectangle 207"/>
          <p:cNvSpPr/>
          <p:nvPr/>
        </p:nvSpPr>
        <p:spPr>
          <a:xfrm rot="18964800">
            <a:off x="-1296720" y="551376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09" name="Rectangle 208"/>
          <p:cNvSpPr/>
          <p:nvPr/>
        </p:nvSpPr>
        <p:spPr>
          <a:xfrm rot="18964800">
            <a:off x="3682080" y="339480"/>
            <a:ext cx="3457800" cy="9223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10" name="Rectangle 209"/>
          <p:cNvSpPr/>
          <p:nvPr/>
        </p:nvSpPr>
        <p:spPr>
          <a:xfrm rot="18964800">
            <a:off x="1446120" y="-758520"/>
            <a:ext cx="2588760" cy="73152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11" name="Rectangle 210"/>
          <p:cNvSpPr/>
          <p:nvPr/>
        </p:nvSpPr>
        <p:spPr>
          <a:xfrm rot="18964800">
            <a:off x="-727200" y="3295080"/>
            <a:ext cx="2588760" cy="5130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indent="0" algn="ct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214" name="PlaceHolder 3"/>
          <p:cNvSpPr>
            <a:spLocks noGrp="1"/>
          </p:cNvSpPr>
          <p:nvPr>
            <p:ph type="dt" idx="37"/>
          </p:nvPr>
        </p:nvSpPr>
        <p:spPr>
          <a:xfrm>
            <a:off x="46800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215" name="PlaceHolder 4"/>
          <p:cNvSpPr>
            <a:spLocks noGrp="1"/>
          </p:cNvSpPr>
          <p:nvPr>
            <p:ph type="ftr" idx="38"/>
          </p:nvPr>
        </p:nvSpPr>
        <p:spPr>
          <a:xfrm>
            <a:off x="3442680" y="516600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216" name="PlaceHolder 5"/>
          <p:cNvSpPr>
            <a:spLocks noGrp="1"/>
          </p:cNvSpPr>
          <p:nvPr>
            <p:ph type="sldNum" idx="39"/>
          </p:nvPr>
        </p:nvSpPr>
        <p:spPr>
          <a:xfrm>
            <a:off x="7227360" y="516600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2366EFD3-7942-425D-AE60-9F03E465B10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10080720" cy="4114800"/>
            <a:chOff x="0" y="0"/>
            <a:chExt cx="10080720" cy="41148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080720" cy="411480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0080720" cy="411480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280160"/>
              <a:ext cx="1554480" cy="64008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914400" y="1920240"/>
              <a:ext cx="1280160" cy="18288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194560" y="548640"/>
              <a:ext cx="1280160" cy="182880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474720" y="1188720"/>
              <a:ext cx="365760" cy="36576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4206240" y="0"/>
              <a:ext cx="1463040" cy="91440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63440" y="914400"/>
              <a:ext cx="1005840" cy="45720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474720" y="1737360"/>
              <a:ext cx="3108960" cy="100584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114800" y="2743200"/>
              <a:ext cx="1463040" cy="10058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83680" y="1463040"/>
              <a:ext cx="1554480" cy="45720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315200" y="1920240"/>
              <a:ext cx="1463040" cy="164592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43200" y="2377440"/>
              <a:ext cx="548640" cy="82296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595360" y="0"/>
              <a:ext cx="1485360" cy="146304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766560" y="0"/>
              <a:ext cx="274320" cy="100584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54480" y="0"/>
              <a:ext cx="182880" cy="91440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0" y="3017520"/>
              <a:ext cx="365760" cy="109728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601200" y="2560320"/>
              <a:ext cx="365760" cy="155448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778240" y="1828800"/>
              <a:ext cx="365760" cy="36576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endParaRPr>
            </a:p>
          </p:txBody>
        </p:sp>
      </p:grpSp>
      <p:sp>
        <p:nvSpPr>
          <p:cNvPr id="22" name="Straight Connector 21"/>
          <p:cNvSpPr/>
          <p:nvPr/>
        </p:nvSpPr>
        <p:spPr>
          <a:xfrm>
            <a:off x="7560000" y="4320000"/>
            <a:ext cx="0" cy="126000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7360" tIns="72360" rIns="117360" bIns="7236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60000" y="4114800"/>
            <a:ext cx="7020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lnSpcReduction="9999"/>
          </a:bodyPr>
          <a:lstStyle>
            <a:lvl1pPr indent="0" algn="r">
              <a:buNone/>
              <a:def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68000" y="468000"/>
            <a:ext cx="9144000" cy="36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dt" idx="1"/>
          </p:nvPr>
        </p:nvSpPr>
        <p:spPr>
          <a:xfrm>
            <a:off x="7740000" y="4860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ftr" idx="2"/>
          </p:nvPr>
        </p:nvSpPr>
        <p:spPr>
          <a:xfrm>
            <a:off x="7740000" y="4392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3"/>
          </p:nvPr>
        </p:nvSpPr>
        <p:spPr>
          <a:xfrm>
            <a:off x="7740000" y="5166000"/>
            <a:ext cx="2052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146E17D3-0569-42F6-8CA0-643B9FA63AB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360000" y="4233600"/>
            <a:ext cx="7020000" cy="75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lnSpcReduction="9999"/>
          </a:bodyPr>
          <a:lstStyle/>
          <a:p>
            <a:pPr indent="0" algn="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Lorem Ipsum</a:t>
            </a:r>
          </a:p>
        </p:txBody>
      </p:sp>
      <p:sp>
        <p:nvSpPr>
          <p:cNvPr id="218" name="PlaceHolder 2"/>
          <p:cNvSpPr>
            <a:spLocks noGrp="1"/>
          </p:cNvSpPr>
          <p:nvPr>
            <p:ph type="subTitle"/>
          </p:nvPr>
        </p:nvSpPr>
        <p:spPr>
          <a:xfrm>
            <a:off x="360000" y="5091120"/>
            <a:ext cx="702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77500" lnSpcReduction="19999"/>
          </a:bodyPr>
          <a:lstStyle/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Maecenas ut tristique massa.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ED47012-97F0-4F21-B868-36EEF128D9BA}" type="datetime1">
              <a:rPr lang="en-US"/>
              <a:t>10/19/2026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Lorem ipsum dolor sit amet</a:t>
            </a: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Sed luctus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erat id eleifend egestas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arcu nisi aliquam magna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vel venenatis ligula tortor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80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Suspendisse volutpat ut</a:t>
            </a: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1260000" y="1800000"/>
            <a:ext cx="828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Sed quis leo neque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Nam purus nisl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sollicitudin in scelerisque id</a:t>
            </a: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efficitur vitae risus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Freeform: Shape 222"/>
          <p:cNvSpPr/>
          <p:nvPr/>
        </p:nvSpPr>
        <p:spPr>
          <a:xfrm>
            <a:off x="5873400" y="1190520"/>
            <a:ext cx="4094280" cy="4094280"/>
          </a:xfrm>
          <a:custGeom>
            <a:avLst/>
            <a:gdLst/>
            <a:ahLst/>
            <a:cxnLst/>
            <a:rect l="0" t="0" r="r" b="b"/>
            <a:pathLst>
              <a:path w="11373" h="11373">
                <a:moveTo>
                  <a:pt x="0" y="5726"/>
                </a:moveTo>
                <a:lnTo>
                  <a:pt x="5646" y="0"/>
                </a:lnTo>
                <a:lnTo>
                  <a:pt x="11373" y="5648"/>
                </a:lnTo>
                <a:lnTo>
                  <a:pt x="5727" y="11373"/>
                </a:lnTo>
                <a:lnTo>
                  <a:pt x="5725" y="11373"/>
                </a:lnTo>
                <a:lnTo>
                  <a:pt x="0" y="5728"/>
                </a:lnTo>
                <a:lnTo>
                  <a:pt x="0" y="5726"/>
                </a:lnTo>
                <a:close/>
              </a:path>
            </a:pathLst>
          </a:custGeom>
          <a:blipFill rotWithShape="0">
            <a:blip r:embed="rId2"/>
            <a:stretch/>
          </a:blipFill>
          <a:ln w="0">
            <a:noFill/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46</Words>
  <Application>Microsoft Office PowerPoint</Application>
  <PresentationFormat>Custom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Noto Sans</vt:lpstr>
      <vt:lpstr>Symbol</vt:lpstr>
      <vt:lpstr>Wingdings</vt:lpstr>
      <vt:lpstr>Office</vt:lpstr>
      <vt:lpstr>Office</vt:lpstr>
      <vt:lpstr>Lorem Ipsum</vt:lpstr>
      <vt:lpstr>Lorem ipsum dolor sit amet</vt:lpstr>
      <vt:lpstr>Suspendisse volutpat ut</vt:lpstr>
      <vt:lpstr>Fin.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Elegant</dc:title>
  <dc:subject/>
  <dc:creator/>
  <dc:description>
               Grey Elegant - LibreOffice Impress Template
                    by Ahmad Bayhaqi Saputra
This template is made as an answer to Indonesian LibreOffice Community and
Gimpscape ID's call-to-arms to contribute to the 10th anniversary of
LibreOffice celebration.
Content Material :
- icons,
  This template used icons from https://material.io and https://icons8.com/icons
- illustrations,
  This template used illustrations sourced at https://icons8.com/illustrations
- Photos,
  This template used photos sourced at https://unsplash.com
Credits:
This work is licensed under the Creative Commons Attribution-ShareAlike 4.0
International License by Ahmad Bayhaqi Saputra &lt;bayhaqisptr04@gmail.com&gt;.
To view a copy of this license, visit https://creativecommons.org/licenses/by-sa/4.0/legalcode
or send a letter to Creative Commons, PO Box 1866, Mountain View, CA 94042, USA.
Illustrations by Pixeltrue https://icons8.com/illustrations/author/5ec7b0e101d0360016f3d1b3 on icon8 (master slide "Table of content")
Photo by Dave Hoefler https://unsplash.com/fr/@iamthedave on Unsplash https://unsplash.com/fr/licence (slide 9)
    </dc:description>
  <cp:lastModifiedBy>Rentschler, Paul Allen</cp:lastModifiedBy>
  <cp:revision>2</cp:revision>
  <dcterms:created xsi:type="dcterms:W3CDTF">2026-10-19T13:27:44Z</dcterms:created>
  <dcterms:modified xsi:type="dcterms:W3CDTF">2026-10-19T17:54:42Z</dcterms:modified>
  <dc:language>en-US</dc:language>
</cp:coreProperties>
</file>