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3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808593-9A8C-49C2-9E66-13CFBA2170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F87405-1C2F-41E2-ACFA-F04CD0FA5E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3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328384C-0500-4670-9738-E5F5695D6D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1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8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65912BB-3D96-42CF-9279-16FA5E21AE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BE07FD1-0443-4936-818C-A15BC5373EB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2889EF3-3D14-428A-9962-68F7F7C68B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2A4A971-32D8-4DE6-9B5D-A71D83F67BC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B75047E-D825-44CE-935D-F0F9FB7976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4CF8C19-27B7-440A-9AEC-B90547882BB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E19CC96-9A43-4B9C-A377-7ECB3C0A05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9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4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45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5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tIns="63360" rIns="108360" bIns="6336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C339078-BF21-4C7B-BB71-40D806452E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5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5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49B4960-2261-4FB0-95D1-E3B3CC8207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5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6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5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6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21AA7C2-08D2-4477-820D-6D126E6414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366EFD3-7942-425D-AE60-9F03E465B1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46E17D3-0569-42F6-8CA0-643B9FA63A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Lorem Ipsum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Maecenas ut tristique massa.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ED47012-97F0-4F21-B868-36EEF128D9BA}" type="datetime1">
              <a:rPr lang="en-US"/>
              <a:t>10/19/26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Lorem ipsum dolor sit amet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Sed luctus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erat id eleifend egestas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arcu nisi aliquam magna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vel venenatis ligula tortor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Suspendisse volutpat ut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Sed quis leo neque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Nam purus nisl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sollicitudin in scelerisque id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efficitur vitae risus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5873400" y="1190520"/>
            <a:ext cx="4094280" cy="4094280"/>
          </a:xfrm>
          <a:custGeom>
            <a:avLst/>
            <a:gdLst/>
            <a:ahLst/>
            <a:rect l="0" t="0" r="r" b="b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Fin.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2026-10-19T13:27:44Z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2026-10-19T13:31:46Z</dcterms:modified>
  <cp:revision>2</cp:revision>
  <dc:subject/>
  <dc:title>Grey Elegant</dc:title>
</cp:coreProperties>
</file>